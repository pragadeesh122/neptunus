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FF6FF"/>
                </a:solidFill>
                <a:latin typeface="Calibri"/>
              </a:rPr>
              <a:t>NEPTUNUS</a:t>
            </a:r>
          </a:p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Your personal regulatory intelligence agent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EFF6FF"/>
                </a:solidFill>
                <a:latin typeface="Calibri"/>
              </a:rPr>
              <a:t>An AI agent that finds the federal rules and laws that affect YOU, explains them in plain English, and helps you push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Powered by Claude Opus 4.8 · Agentic RAG over Federal Register + U.S.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Federal rules quietly reshape people's lives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Agencies publish thousands of proposed rules a year. Most people never see the ones that affect their job, business, or health, until it is too late.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Regulations.gov is dense and legalistic; the public-comment window (your first, legally-guaranteed chance to push back) is easy to miss.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People confuse laws vs. rules, and miss when a new law makes an old rule vulnerable.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The result: the people most affected have the least ability to understand or influence the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THE SOLUTION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A personal agent for every citizen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Personalized on sign-up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the moment you log in, the agent profiles you (occupation, industry, location) and delivers a tailored report of the current rules most likely to affect you.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Conversational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ask anything about rules, laws, deadlines, or impacts in plain English; it answers grounded in real regulation text.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Clickable sources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every rule it cites opens to its full official text, no hallucinated citations.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Actionable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it interviews you and drafts a substantive public comment you can submit to push back on a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Agentic RAG, grounded in primary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Next.js chat UI  ↔  FastAPI backend  ↔  Claude Opus 4.8 (via OpenRouter).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A tool-calling agent loop: the model decides which tools to call, reads the results, and can search again (multi-turn RAG).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Two ChromaDB vector databases: current Federal Register proposed rules, and the U.S. statutes behind them.</a:t>
            </a:r>
          </a:p>
          <a:p>
            <a:pPr lvl="1" algn="l">
              <a:spcAft>
                <a:spcPts val="6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18181B"/>
                </a:solidFill>
                <a:latin typeface="Calibri"/>
              </a:rPr>
              <a:t>Dense retrieval + rerank</a:t>
            </a:r>
            <a:r>
              <a:rPr sz="1400" b="0" i="0">
                <a:solidFill>
                  <a:srgbClr val="52525B"/>
                </a:solidFill>
                <a:latin typeface="Calibri"/>
              </a:rPr>
              <a:t> — embed with text-embedding-3-large, retrieve top matches, then the agent reranks by reading the full chunks in its own context.</a:t>
            </a:r>
          </a:p>
          <a:p>
            <a:pPr lvl="1" algn="l">
              <a:spcAft>
                <a:spcPts val="6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–  </a:t>
            </a:r>
            <a:r>
              <a:rPr sz="1400" b="1" i="0">
                <a:solidFill>
                  <a:srgbClr val="18181B"/>
                </a:solidFill>
                <a:latin typeface="Calibri"/>
              </a:rPr>
              <a:t>Guardrail</a:t>
            </a:r>
            <a:r>
              <a:rPr sz="1400" b="0" i="0">
                <a:solidFill>
                  <a:srgbClr val="52525B"/>
                </a:solidFill>
                <a:latin typeface="Calibri"/>
              </a:rPr>
              <a:t> — answers about specific rules come only from retrieved text, never from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THE AGENT'S SKILLS</a:t>
            </a:r>
          </a:p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Six tools it wields on its 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84832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search_regulations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Semantic search over current proposed federal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920240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2084832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search_laws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Semantic search over the U.S. statutes that authorize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19272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483864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draft_public_comment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Interviews you, then drafts a citation-backed comment.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319272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3483864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build_legal_lineage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Timeline: statute → rule → comment deadline → effect.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18304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882896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web_search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Live web search for news and context beyond the DBs.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718304"/>
            <a:ext cx="5394960" cy="12344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4882896"/>
            <a:ext cx="4882896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3A8A"/>
                </a:solidFill>
                <a:latin typeface="Consolas"/>
              </a:rPr>
              <a:t>fetch_url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Opens and reads any link in full.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DIFFERENTIATORS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Why it stands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Truly personal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a proactive, profile-driven report instead of a blank search box.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Grounded &amp; trustworthy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retrieval-backed answers with clickable primary sources; refuses to invent citations.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Connects rules to laws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surfaces the authorizing statute and conflicting prior laws (the 'zombie rule' insight).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From understanding to action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turns a confused citizen into a substantive public comment in minutes.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1" i="0">
                <a:solidFill>
                  <a:srgbClr val="18181B"/>
                </a:solidFill>
                <a:latin typeface="Calibri"/>
              </a:rPr>
              <a:t>Model-agnostic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 — one env var swaps the LLM; runs on Claude Opus 4.8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USER JOURNEY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A 60-second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Sign up with occupation + location  →  agent auto-generates a personalized regulation report.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Click a rule card  →  read its full official text in a side panel.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Ask a follow-up ("how does this affect my clinic?")  →  agent runs a fresh search and answers.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Ask about the law behind it  →  agent pulls the statute and builds a legal-lineage timeline.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Say "help me oppose this"  →  agent interviews you and drafts a ready-to-submit comment.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Neptunus · Personal Regulatory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ROADMAP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8181B"/>
                </a:solidFill>
                <a:latin typeface="Calibri"/>
              </a:rPr>
              <a:t>Where it goes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72768"/>
            <a:ext cx="20116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Broaden coverage with the live Regulations.gov + Federal Register APIs.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Add court precedent (CourtListener) and GAO audit flags to strengthen comments.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Deadline alerts and a CRA / 'contact Congress' pipeline for post-final action.</a:t>
            </a:r>
          </a:p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●  </a:t>
            </a:r>
            <a:r>
              <a:rPr sz="1600" b="0" i="0">
                <a:solidFill>
                  <a:srgbClr val="18181B"/>
                </a:solidFill>
                <a:latin typeface="Calibri"/>
              </a:rPr>
              <a:t>Richer UI: an interactive visual legal-lineage timeline and law source cards.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Neptunus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EFF6FF"/>
                </a:solidFill>
                <a:latin typeface="Calibri"/>
              </a:rPr>
              <a:t>Making the machinery of government legible, and answerable, to the people it governs.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